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658C-9D21-2399-B1A3-FE32B3E6A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C90F1-1C9C-2C58-8155-953CA90A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9FE57-ED85-1277-A114-475E7143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586CD-E8A4-7C9C-0CBF-D60836503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5000-BD9D-1290-D464-AA36B7C8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8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3B6D-6FBD-0A34-3DD1-B4FD9324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EE6C8-53CB-B7DF-59CD-0E821D60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D3E4-8DE4-0565-4BF1-35BB5451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D284-0BE7-C27C-17C2-5DA2E151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E4643-241E-7574-739E-7E26F738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76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6082-6F5D-2666-FCB3-72F1CF9A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D51A9-BE08-AEFA-8F89-96576C384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F0E9-6301-813C-8200-BA65AA77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F3956-3780-BE14-00F1-C2EA768A5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D2AB3-23D6-74F2-A0CE-59DB7C9DB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0852-D5D2-B29A-C2B5-3C67DC1C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4CE8-6086-0C53-A637-CE6EE6017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F1AB1-7D08-520E-44A6-CADEB59C5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8DE36-9797-54E0-17EA-C0A686AE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19664-04DB-1153-C756-59B41F14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C7FC0-A73C-AB9E-E70E-4B1A8F45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0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0AED-8CFE-4407-576F-2A8D156A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35F8-23E0-1E77-CEBF-BAC62CABD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F9642-49E2-4617-47E7-07D752CB2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BD565-83E2-0C0F-3478-DAAE79A68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0AE6D-27D0-4F33-E96E-A0A692DDF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34AB3-D60A-663F-21A7-CFBA7FB6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2C4EE-145E-F22D-D279-9D42E540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3286-08A8-C393-1C11-C5EB70E3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D4EF-1F02-5C18-2E0C-E883AC5E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E8D9C-865C-5E31-7E8A-956D68CA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1858C-9010-DB9A-C632-B8918FB6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624FE-B949-E057-0711-381AA6AC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3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2BC2E-F15B-29B4-BB11-9462D8FC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1D66D-245D-0A2C-0346-908AC813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C57AB-8495-0BF8-730B-1ACCFADE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341D-69BF-2555-AD6A-BC5A7ED4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20B7-CA86-B2D5-1265-C7B12A25F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9687A-7AD8-4ECF-7D7E-BE1D7F99C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4CD3B-46F9-BD76-827D-2BF43E5B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03BC4-6DAA-AC11-EA13-CCEA1C4D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8A3B0-022E-C91D-9B8F-4FCCA6CA3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0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EBF50-6A96-B949-5C5A-EE8DB067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41067-BAE9-B3CF-64E5-AAD85BBFE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9DA67-EE9F-CBD8-5790-76628BD35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034F8-9600-EC06-A80D-180F3EC9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8C1BC-2630-522C-E6CB-D1B611B2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CD068-17E0-602F-CA9A-D9E79469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FE46-A9E1-FBE3-F675-BABCB9A8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CD45D-4F48-E5F1-A38E-678E73ECD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F1652-F418-62FD-7D18-60EE91EF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6FEC-4475-7B88-24C6-CE7E0A94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7A604-CAF4-16FA-5AD6-0795184B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1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E24982-B5C2-7B87-AC44-088DB690D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51B03-8530-F2FC-411F-9B2FE434D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CC143-F765-5437-44A4-FD3B3876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A861-1F2F-A1B3-F2C5-55DCF3DC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6F0A-0618-5787-421F-3E8A4888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8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6826B-E6EC-532C-B437-160098AB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E8400-D133-F179-E9AA-2A9179C36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AFFA6-16B6-6A99-1507-A50C8A03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2FA49-679E-484E-8868-70FBAD370473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53F2-B67B-A6A6-0D98-5E098BDC9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6ABE8-DAE2-A072-AE7A-1DA3681B6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4F915-3B17-459D-A8E1-AFC063DC61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577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37EEA-B3AC-19D8-FBD7-6AE298473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CF0245-D417-E1D0-CB4D-647DDB20C5E4}"/>
              </a:ext>
            </a:extLst>
          </p:cNvPr>
          <p:cNvSpPr txBox="1"/>
          <p:nvPr/>
        </p:nvSpPr>
        <p:spPr>
          <a:xfrm>
            <a:off x="2574533" y="181957"/>
            <a:ext cx="8305800" cy="649408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          Title Slide</a:t>
            </a:r>
          </a:p>
          <a:p>
            <a:pPr>
              <a:buNone/>
            </a:pPr>
            <a:endParaRPr lang="en-US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Project Title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: Smart Fertilizer &amp; Pest Detection System</a:t>
            </a:r>
          </a:p>
          <a:p>
            <a:b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Team Name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: [Saksham]</a:t>
            </a:r>
          </a:p>
          <a:p>
            <a:b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Hackathon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: [</a:t>
            </a:r>
            <a:r>
              <a:rPr lang="en-US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Apratim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 Srajan Kumbh, 2025]</a:t>
            </a:r>
          </a:p>
          <a:p>
            <a:b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Members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: [1. Aditya </a:t>
            </a:r>
            <a:r>
              <a:rPr lang="en-US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Chouksey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2. Atharv Barve</a:t>
            </a:r>
          </a:p>
          <a:p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3. Darpan </a:t>
            </a:r>
            <a:r>
              <a:rPr lang="en-US" sz="3200" dirty="0" err="1">
                <a:solidFill>
                  <a:schemeClr val="bg1"/>
                </a:solidFill>
                <a:latin typeface="Agency FB" panose="020B0503020202020204" pitchFamily="34" charset="0"/>
              </a:rPr>
              <a:t>Naganpuriya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4. Subhi Tiwari</a:t>
            </a:r>
          </a:p>
          <a:p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5. Yash Joshi]</a:t>
            </a:r>
          </a:p>
        </p:txBody>
      </p:sp>
    </p:spTree>
    <p:extLst>
      <p:ext uri="{BB962C8B-B14F-4D97-AF65-F5344CB8AC3E}">
        <p14:creationId xmlns:p14="http://schemas.microsoft.com/office/powerpoint/2010/main" val="139661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of ">
            <a:extLst>
              <a:ext uri="{FF2B5EF4-FFF2-40B4-BE49-F238E27FC236}">
                <a16:creationId xmlns:a16="http://schemas.microsoft.com/office/drawing/2014/main" id="{4D81D211-D3D9-DFDE-08B2-BA6ACDABED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mage of ">
            <a:extLst>
              <a:ext uri="{FF2B5EF4-FFF2-40B4-BE49-F238E27FC236}">
                <a16:creationId xmlns:a16="http://schemas.microsoft.com/office/drawing/2014/main" id="{54F66436-5B3C-06C7-8772-C08C30B75B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295382"/>
            <a:ext cx="3438418" cy="343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4F1C2C-46AB-1D42-896E-2B70959EA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F6B460-3364-8C13-BDDF-17AD07CC5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359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0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2D2D90-D457-624D-362B-491566DD5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44BDD9-34C2-0211-CE1A-57A7A5CE3345}"/>
              </a:ext>
            </a:extLst>
          </p:cNvPr>
          <p:cNvSpPr txBox="1"/>
          <p:nvPr/>
        </p:nvSpPr>
        <p:spPr>
          <a:xfrm>
            <a:off x="-1" y="78856"/>
            <a:ext cx="7253556" cy="58169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                 Feasibility &amp; Viability</a:t>
            </a:r>
          </a:p>
          <a:p>
            <a:pPr algn="l">
              <a:buNone/>
            </a:pPr>
            <a:endParaRPr lang="en-IN" sz="3200" b="1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Feasibility:</a:t>
            </a: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Uses existing datasets (Kaggle) and scalable APIs (weather data).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Modular design for regional customization.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Viability:</a:t>
            </a: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Low-cost: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Farmers input data via mobile/web.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ROI: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Improves yield by 15-20% (based on research).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D2468C-3014-A474-8006-E8C49FB86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968" y="181596"/>
            <a:ext cx="4593619" cy="49760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24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C85A2-1EC0-DB61-FA3C-7E4CA8E56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B2E8C-F258-4BB7-1B3F-C104665C7189}"/>
              </a:ext>
            </a:extLst>
          </p:cNvPr>
          <p:cNvSpPr txBox="1"/>
          <p:nvPr/>
        </p:nvSpPr>
        <p:spPr>
          <a:xfrm>
            <a:off x="-39384" y="0"/>
            <a:ext cx="6799780" cy="676339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                       Impact &amp; Benefits</a:t>
            </a:r>
          </a:p>
          <a:p>
            <a:pPr algn="l">
              <a:buNone/>
            </a:pPr>
            <a:endParaRPr lang="en-IN" sz="3200" b="1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Environmental: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Reduces over-fertilization → prevents soil/water pollution.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Economic: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Saves costs (+20% efficiency) for small farmers.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Social: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Democratizes precision farming tech.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Stats:</a:t>
            </a: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0" i="1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"60% Indian farms use excess urea"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(reference FAO)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85FA9D1-A361-C26C-C4FC-5D3139A2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150" y="174661"/>
            <a:ext cx="5082096" cy="52839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80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EE5DA6-66FB-1AB7-9460-CAAFD6A58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E85AA-9002-05F3-54C4-54DED1DD2314}"/>
              </a:ext>
            </a:extLst>
          </p:cNvPr>
          <p:cNvSpPr txBox="1"/>
          <p:nvPr/>
        </p:nvSpPr>
        <p:spPr>
          <a:xfrm>
            <a:off x="521413" y="846065"/>
            <a:ext cx="11355513" cy="471667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Research &amp; References</a:t>
            </a:r>
          </a:p>
          <a:p>
            <a:pPr algn="l">
              <a:buNone/>
            </a:pPr>
            <a:endParaRPr lang="en-IN" sz="3200" b="1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Datasets: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Kaggle soil NPK datasets,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Methods:</a:t>
            </a: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Dosage formulas from </a:t>
            </a:r>
            <a:r>
              <a:rPr lang="en-IN" sz="3200" b="0" i="1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"Fertilizer Recommendation Systems for Wheat Crops"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(Journal of Agronomy, 2020).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F8FAFF"/>
              </a:solidFill>
              <a:effectLst/>
              <a:latin typeface="Agency FB" panose="020B0503020202020204" pitchFamily="34" charset="0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3200" b="1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Validation:</a:t>
            </a:r>
            <a:r>
              <a:rPr lang="en-IN" sz="3200" b="0" i="0" dirty="0">
                <a:solidFill>
                  <a:srgbClr val="F8FAFF"/>
                </a:solidFill>
                <a:effectLst/>
                <a:latin typeface="Agency FB" panose="020B0503020202020204" pitchFamily="34" charset="0"/>
              </a:rPr>
              <a:t> Cross-checked with agricultural extension reports.</a:t>
            </a:r>
          </a:p>
        </p:txBody>
      </p:sp>
    </p:spTree>
    <p:extLst>
      <p:ext uri="{BB962C8B-B14F-4D97-AF65-F5344CB8AC3E}">
        <p14:creationId xmlns:p14="http://schemas.microsoft.com/office/powerpoint/2010/main" val="35275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192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barve</dc:creator>
  <cp:lastModifiedBy>atharva barve</cp:lastModifiedBy>
  <cp:revision>2</cp:revision>
  <dcterms:created xsi:type="dcterms:W3CDTF">2025-04-07T13:23:54Z</dcterms:created>
  <dcterms:modified xsi:type="dcterms:W3CDTF">2025-04-07T20:02:38Z</dcterms:modified>
</cp:coreProperties>
</file>